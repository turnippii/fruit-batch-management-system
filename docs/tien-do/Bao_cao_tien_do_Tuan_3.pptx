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76" r:id="rId2"/>
    <p:sldId id="297" r:id="rId3"/>
    <p:sldId id="298" r:id="rId4"/>
    <p:sldId id="304" r:id="rId5"/>
    <p:sldId id="300" r:id="rId6"/>
    <p:sldId id="301" r:id="rId7"/>
    <p:sldId id="302" r:id="rId8"/>
    <p:sldId id="303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Kiểu Trung bình 2 - Màu chủ đề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9BE93-CE4B-4DF6-869E-51664A0DBEBD}" type="datetimeFigureOut">
              <a:rPr lang="vi-VN" smtClean="0"/>
              <a:t>07/09/2026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9A985-BC42-45DB-A966-2CAE29ED9C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050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A621D-D213-47E6-8EF4-77EE7EB23D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823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1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571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vi-V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hệ thống </a:t>
            </a:r>
            <a:r>
              <a:rPr lang="vi-V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vi-V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quản lý tình trạng trái cây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9520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9520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9520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322B3FE2-4EA9-7C17-72B4-140516B7A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79" y="1020763"/>
            <a:ext cx="6942322" cy="545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App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C767BAA9-5A09-B638-642E-25A88F0FF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091" y="937725"/>
            <a:ext cx="5925667" cy="550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8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Vòng đời lô hàng &amp; cơ chế hạn sử dụng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6A07085E-8D16-2768-6EBA-399EFFA0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66" y="1020764"/>
            <a:ext cx="7026862" cy="54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0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Quy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28E8038C-FDD4-BDD4-E49A-E9C2EF2E2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87" y="922175"/>
            <a:ext cx="6972795" cy="547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6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đã hoàn 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" name="Chỗ dành sẵn cho Nội dung 3">
            <a:extLst>
              <a:ext uri="{FF2B5EF4-FFF2-40B4-BE49-F238E27FC236}">
                <a16:creationId xmlns:a16="http://schemas.microsoft.com/office/drawing/2014/main" id="{21B5C6C2-5920-3B0C-3837-7FFE21D61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39101"/>
              </p:ext>
            </p:extLst>
          </p:nvPr>
        </p:nvGraphicFramePr>
        <p:xfrm>
          <a:off x="257628" y="1202093"/>
          <a:ext cx="11676743" cy="4856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3739">
                  <a:extLst>
                    <a:ext uri="{9D8B030D-6E8A-4147-A177-3AD203B41FA5}">
                      <a16:colId xmlns:a16="http://schemas.microsoft.com/office/drawing/2014/main" val="2908563383"/>
                    </a:ext>
                  </a:extLst>
                </a:gridCol>
                <a:gridCol w="9003004">
                  <a:extLst>
                    <a:ext uri="{9D8B030D-6E8A-4147-A177-3AD203B41FA5}">
                      <a16:colId xmlns:a16="http://schemas.microsoft.com/office/drawing/2014/main" val="3462790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 quả tính đến tuần này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058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kế hệ thống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 xác định kiến trúc gồm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Native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và trạm ESP32; AI chạy trực tiếp trên điện thoại.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42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 dụng di động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 xây dựng chức năng đăng ký, đăng nhập và phân vai chủ vườn/đại lý; tạo, chỉnh sửa, xem chi tiết và quản lý trạng thái lô trái cây.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32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 xuất bằng 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 lập trình sinh mã QR, quét mã để tra cứu và nhận lô vào kho; lưu lịch sử hành trình lô hàng.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634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 triển khai phần kết nối xác thực, lưu dữ liệu lô hàng, cập nhật thời gian thực và cấu hình phân quyền.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đã có phần đọc dữ liệu trạm theo đại lý.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26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 có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TFLite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INT8 khoảng 2,72 MB và mã tích hợp nhận diện trên điện thoại.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phân loại 5 loại trái cây với tổng cộng 10 nhãn; nhận diện trạng thái chín/hỏng cho chuối và xoài. Có lựa chọn sửa kết quả thủ công.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25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 sử dụng và cảnh báo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 lập trình tính thời gian sử dụng còn lại theo công thức Q10 và hiển thị trạng thái xanh, vàng, đỏ. Đã có giao diện theo dõi cảnh báo.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569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 cứng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 lắp ráp phần cứng gồm ESP32, DHT22, LED RGB và </a:t>
                      </a:r>
                      <a:r>
                        <a:rPr lang="vi-V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vi-V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 kết nối phần cứng với </a:t>
                      </a:r>
                      <a:r>
                        <a:rPr lang="vi-V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  <a:r>
                        <a:rPr lang="vi-V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860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1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chưa hoàn 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D7D8-9C34-42BE-9B45-DBF7B9C2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Chưa hoàn tất luồng truyền dữ liệu thực tế </a:t>
            </a: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 → </a:t>
            </a:r>
            <a:r>
              <a:rPr kumimoji="0" lang="vi-VN" altLang="vi-V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vi-VN" altLang="vi-V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 kiểm chứng việc nhiệt độ cảm biến làm thay đổi hạn sử dụng hiển thị trên </a:t>
            </a:r>
            <a:r>
              <a:rPr lang="vi-V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 kích hoạt LED/còi.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 đánh giá đầy đủ AI bằng ảnh tự chụp trong điều kiện thực tế.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 thực hiện thí nghiệm xác định hệ số độ chín và kiểm thử toàn bộ hệ thống sau tích hợp.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42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6A3E-140F-4D7F-BC63-9992024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 hoạch tuần tiếp theo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D7D8-9C34-42BE-9B45-DBF7B9C2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nối ESP32 với </a:t>
            </a:r>
            <a:r>
              <a:rPr lang="vi-V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gửi nhiệt độ, độ ẩm và thời gian cập nhật đúng định dạng.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</a:t>
            </a:r>
            <a:r>
              <a:rPr lang="vi-V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nhận và hiển thị dữ liệu cảm biến của đúng kho đại lý.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 hợp việc cập nhật mức tiêu hao vòng đời lô hàng trên ESP32; kiểm tra hạn dùng và trạng thái cảnh báo.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toàn chuỗi: tạo lô → sinh QR → xuất kho → quét nhận → theo dõi điều kiện bảo quản.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thập ảnh trái cây tự chụp để đánh giá AI; chuẩn bị thí nghiệm hệ số độ chín và ghi nhận kết quả.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051634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525</Words>
  <Application>Microsoft Office PowerPoint</Application>
  <PresentationFormat>Màn hình rộng</PresentationFormat>
  <Paragraphs>35</Paragraphs>
  <Slides>8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3" baseType="lpstr">
      <vt:lpstr>Arial</vt:lpstr>
      <vt:lpstr>Tahoma</vt:lpstr>
      <vt:lpstr>Times New Roman</vt:lpstr>
      <vt:lpstr>Wingdings</vt:lpstr>
      <vt:lpstr>cdb2004212gl</vt:lpstr>
      <vt:lpstr>Thiết kế hệ thống IoT quản lý tình trạng trái cây</vt:lpstr>
      <vt:lpstr>1. Mô hình tổng quan</vt:lpstr>
      <vt:lpstr>2. Chức năng Mobile App</vt:lpstr>
      <vt:lpstr>3. Vòng đời lô hàng &amp; cơ chế hạn sử dụng </vt:lpstr>
      <vt:lpstr>3. Quy trình triển khai </vt:lpstr>
      <vt:lpstr>4. Tiến độ thực tế đã hoàn thành </vt:lpstr>
      <vt:lpstr>4. Tiến độ thực tế chưa hoàn thành </vt:lpstr>
      <vt:lpstr>5. Kế hoạch tuần tiếp theo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Nhật Nguyễn</dc:creator>
  <cp:lastModifiedBy>Minh Nhật Nguyễn</cp:lastModifiedBy>
  <cp:revision>2</cp:revision>
  <dcterms:created xsi:type="dcterms:W3CDTF">2026-09-07T06:26:36Z</dcterms:created>
  <dcterms:modified xsi:type="dcterms:W3CDTF">2026-09-07T07:18:50Z</dcterms:modified>
</cp:coreProperties>
</file>